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2286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800" kern="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agents are shipping fast.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are they shipping right?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45262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Machine-enforceable governance for AI-assisted development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$200K Bug Nobody Saw Coming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594360"/>
          </a:xfrm>
          <a:prstGeom prst="rect">
            <a:avLst/>
          </a:prstGeom>
          <a:solidFill>
            <a:srgbClr val="F0FFF4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59436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188720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ships 40 PRs a week with AI agents. Velocity is through the roof.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1901952"/>
            <a:ext cx="7680960" cy="594360"/>
          </a:xfrm>
          <a:prstGeom prst="rect">
            <a:avLst/>
          </a:prstGeom>
          <a:solidFill>
            <a:srgbClr val="FFFBE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901952"/>
            <a:ext cx="54864" cy="59436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01952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Copilot-generated PR bypasses a payment validation check that was never written down.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615184"/>
            <a:ext cx="7680960" cy="5943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615184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615184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duplicate payment goes out. The client calls. Legal gets involved.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328416"/>
            <a:ext cx="7680960" cy="594360"/>
          </a:xfrm>
          <a:prstGeom prst="rect">
            <a:avLst/>
          </a:prstGeom>
          <a:solidFill>
            <a:srgbClr val="FEF2F2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328416"/>
            <a:ext cx="54864" cy="59436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328416"/>
            <a:ext cx="7178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takes a week. The trust takes a year.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114800"/>
            <a:ext cx="7680960" cy="685800"/>
          </a:xfrm>
          <a:prstGeom prst="rect">
            <a:avLst/>
          </a:prstGeom>
          <a:solidFill>
            <a:srgbClr val="FDF2F2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114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wasn't a code quality problem. </a:t>
            </a:r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tests passed. The linter passed. The agent did exactly what it was asked to do. </a:t>
            </a:r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told the agent what must never happen.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This Costs You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768096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54864" cy="10972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2801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VP Eng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5544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ship code that violates constraints nobody documented. You find out in production.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920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Incidents, rework, eroded trust in AI tooling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423160"/>
            <a:ext cx="768096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2423160"/>
            <a:ext cx="54864" cy="109728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CPO / VP Product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05840" y="278892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roadmap says "don't build X" but an agent builds it anyway because the PRD isn't in the codebase.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creep, wasted sprints, diluted product focus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3749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 Manager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402336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squads make incompatible assumptions about the same system. You discover it during integration.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43891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Coordination tax, missed deadlines, team friction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solved by better tests, better prompts, or better agents.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Rules Aren't Wrong.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They're Invisible.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RULES LIVE TODAY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474720" cy="45720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828800"/>
            <a:ext cx="4572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8288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page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359152"/>
            <a:ext cx="3474720" cy="45720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359152"/>
            <a:ext cx="4572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359152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PRD in Google Docs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" y="2889504"/>
            <a:ext cx="3474720" cy="45720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889504"/>
            <a:ext cx="4572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88950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thread from 6 months ago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31520" y="3419856"/>
            <a:ext cx="3474720" cy="457200"/>
          </a:xfrm>
          <a:prstGeom prst="rect">
            <a:avLst/>
          </a:prstGeom>
          <a:solidFill>
            <a:srgbClr val="E8EBF5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419856"/>
            <a:ext cx="45720" cy="4572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41985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"Everyone just knows"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0" y="2468880"/>
            <a:ext cx="457200" cy="4572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93776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AGENTS LOOK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937760" y="1828800"/>
            <a:ext cx="3474720" cy="2121408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937760" y="1828800"/>
            <a:ext cx="45720" cy="2121408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codebase.</a:t>
            </a:r>
            <a:endParaRPr lang="en-US" sz="2000" dirty="0"/>
          </a:p>
        </p:txBody>
      </p:sp>
      <p:sp>
        <p:nvSpPr>
          <p:cNvPr id="22" name="Text 19"/>
          <p:cNvSpPr/>
          <p:nvPr/>
        </p:nvSpPr>
        <p:spPr>
          <a:xfrm>
            <a:off x="5212080" y="2560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README, source files,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whatever context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give them.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21208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rule isn't here,</a:t>
            </a: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doesn't exist.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31520" y="4206240"/>
            <a:ext cx="7680960" cy="640080"/>
          </a:xfrm>
          <a:prstGeom prst="rect">
            <a:avLst/>
          </a:prstGeom>
          <a:solidFill>
            <a:srgbClr val="F0F4FF"/>
          </a:solidFill>
          <a:ln/>
        </p:spPr>
      </p:sp>
      <p:sp>
        <p:nvSpPr>
          <p:cNvPr id="25" name="Text 22"/>
          <p:cNvSpPr/>
          <p:nvPr/>
        </p:nvSpPr>
        <p:spPr>
          <a:xfrm>
            <a:off x="914400" y="42062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make the rules explicit, machine-readable, and enforceable before code merges.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File. Three Enforcement Levels.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MEANING.yaml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lives in your repo and declares: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657600" cy="868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554480"/>
            <a:ext cx="54864" cy="868680"/>
          </a:xfrm>
          <a:prstGeom prst="rect">
            <a:avLst/>
          </a:prstGeom>
          <a:solidFill>
            <a:srgbClr val="64DFDF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is for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993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Testable success criteria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554480"/>
            <a:ext cx="3657600" cy="868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554480"/>
            <a:ext cx="54864" cy="868680"/>
          </a:xfrm>
          <a:prstGeom prst="rect">
            <a:avLst/>
          </a:prstGeom>
          <a:solidFill>
            <a:srgbClr val="64DFDF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16642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 NOT for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19933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scope boundaries agents must respect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06040"/>
            <a:ext cx="3657600" cy="868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31520" y="2606040"/>
            <a:ext cx="54864" cy="868680"/>
          </a:xfrm>
          <a:prstGeom prst="rect">
            <a:avLst/>
          </a:prstGeom>
          <a:solidFill>
            <a:srgbClr val="64DFDF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715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must never be violated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0120" y="3044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with IDs, owners, and enforcement levels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3657600" cy="8686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606040"/>
            <a:ext cx="54864" cy="868680"/>
          </a:xfrm>
          <a:prstGeom prst="rect">
            <a:avLst/>
          </a:prstGeom>
          <a:solidFill>
            <a:srgbClr val="64DFDF"/>
          </a:solidFill>
          <a:ln/>
        </p:spPr>
      </p:sp>
      <p:sp>
        <p:nvSpPr>
          <p:cNvPr id="18" name="Text 16"/>
          <p:cNvSpPr/>
          <p:nvPr/>
        </p:nvSpPr>
        <p:spPr>
          <a:xfrm>
            <a:off x="4983480" y="271576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trade-offs were chosen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83480" y="304495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to revisit them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37947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ENFORCEMENT LEVELS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246888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14800"/>
            <a:ext cx="2468880" cy="457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 cannot merge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"Invoice must never be paid twice"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566160" y="4114800"/>
            <a:ext cx="246888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3566160" y="4114800"/>
            <a:ext cx="246888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7" name="Text 25"/>
          <p:cNvSpPr/>
          <p:nvPr/>
        </p:nvSpPr>
        <p:spPr>
          <a:xfrm>
            <a:off x="370332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PR flagged, owner acknowledges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0332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"Search P95 must stay under 500ms"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0" y="4114800"/>
            <a:ext cx="246888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0" y="4114800"/>
            <a:ext cx="2468880" cy="45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6537960" y="41605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</a:t>
            </a:r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Logged for trend analysis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37960" y="44348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"Prefer async for external calls"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Constraint Is Not a Guideline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029200" cy="2743200"/>
          </a:xfrm>
          <a:prstGeom prst="rect">
            <a:avLst/>
          </a:prstGeom>
          <a:solidFill>
            <a:srgbClr val="0D1117"/>
          </a:solidFill>
          <a:ln/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97280" y="1325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</a:t>
            </a:r>
            <a:pPr indent="0" marL="0">
              <a:buNone/>
            </a:pPr>
            <a:r>
              <a:rPr lang="en-US" sz="1300" dirty="0">
                <a:solidFill>
                  <a:srgbClr val="F39C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C-FIN-NO-DOUBLE-PAY-001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97280" y="169164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</a:t>
            </a:r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"Invoice must never be paid twice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the same vendor"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0574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enforcement: </a:t>
            </a:r>
            <a:pPr indent="0" marL="0">
              <a:buNone/>
            </a:pPr>
            <a:r>
              <a:rPr lang="en-US" sz="1300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4231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owner: </a:t>
            </a:r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finance-engineering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27889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rationale: </a:t>
            </a:r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"Duplicate payments cause direct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financial loss"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31546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confidence: </a:t>
            </a:r>
            <a:pPr indent="0" marL="0">
              <a:buNone/>
            </a:pPr>
            <a:r>
              <a:rPr lang="en-US" sz="1300" dirty="0">
                <a:solidFill>
                  <a:srgbClr val="2ECC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3774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4173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ID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0" y="1664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cite it in PRs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084832"/>
            <a:ext cx="23774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1305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an owner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0" y="23774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is accountable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798064"/>
            <a:ext cx="23774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8437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enforcement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309067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Block, warn, or observe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511296"/>
            <a:ext cx="2377440" cy="5943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3557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4DF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rationale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0" y="3803904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hires know why on day one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machine-enforceable boundary with an owner, a rationale, and a CI gate.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Changes for Your Org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solidFill>
            <a:srgbClr val="E8EB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97280"/>
            <a:ext cx="54864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704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PRODUCT LEADERS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non-goals finally have teeth. When you say "we are not building multi-currency in v1," that boundary lives in the codebase — not in a Confluence page nobody reads.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470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see it before they write a single line. Drift reports show where intent diverges from implementation.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7680960" cy="1188720"/>
          </a:xfrm>
          <a:prstGeom prst="rect">
            <a:avLst/>
          </a:prstGeom>
          <a:solidFill>
            <a:srgbClr val="E8EB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423160"/>
            <a:ext cx="54864" cy="1188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963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ENGINEERING LEADERS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74320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get IDs, owners, and enforcement levels — like policies in production, but for meaning. CI catches violations the same way it catches test failures.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317296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cite constraint IDs in PRs. New hires read MEANING.yaml on day one and understand what matters.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749040"/>
            <a:ext cx="7680960" cy="1188720"/>
          </a:xfrm>
          <a:prstGeom prst="rect">
            <a:avLst/>
          </a:prstGeom>
          <a:solidFill>
            <a:srgbClr val="E8EBF5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749040"/>
            <a:ext cx="54864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8221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ENG MANAGERS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4069080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coordination becomes explicit. When Team A's constraint affects Team B's service, that dependency is declared, not discovered during a 2am incident.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449884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reports replace "I thought you knew" with "here's the constraint ID."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Start in 5 Minutes. Enforce in a Sprint.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68680" y="1207008"/>
            <a:ext cx="320040" cy="3200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4" name="Shape 2"/>
          <p:cNvSpPr/>
          <p:nvPr/>
        </p:nvSpPr>
        <p:spPr>
          <a:xfrm>
            <a:off x="1028700" y="1554480"/>
            <a:ext cx="0" cy="320040"/>
          </a:xfrm>
          <a:prstGeom prst="line">
            <a:avLst/>
          </a:prstGeom>
          <a:noFill/>
          <a:ln w="19050">
            <a:solidFill>
              <a:srgbClr val="8892B0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463040" y="1115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743200" y="11155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init — 5-min wizard scaffolds MEANING.yaml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0" y="1115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Zero. It's a YAML file.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68680" y="1828800"/>
            <a:ext cx="320040" cy="320040"/>
          </a:xfrm>
          <a:prstGeom prst="ellipse">
            <a:avLst/>
          </a:prstGeom>
          <a:solidFill>
            <a:srgbClr val="2ECC71"/>
          </a:solidFill>
          <a:ln/>
        </p:spPr>
      </p:sp>
      <p:sp>
        <p:nvSpPr>
          <p:cNvPr id="9" name="Shape 7"/>
          <p:cNvSpPr/>
          <p:nvPr/>
        </p:nvSpPr>
        <p:spPr>
          <a:xfrm>
            <a:off x="1028700" y="2176272"/>
            <a:ext cx="0" cy="320040"/>
          </a:xfrm>
          <a:prstGeom prst="line">
            <a:avLst/>
          </a:prstGeom>
          <a:noFill/>
          <a:ln w="19050">
            <a:solidFill>
              <a:srgbClr val="8892B0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463040" y="1737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reads it. PMs refine goals and non-goals.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0" y="1737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useful conversation.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8680" y="2450592"/>
            <a:ext cx="320040" cy="32004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Shape 12"/>
          <p:cNvSpPr/>
          <p:nvPr/>
        </p:nvSpPr>
        <p:spPr>
          <a:xfrm>
            <a:off x="1028700" y="2798064"/>
            <a:ext cx="0" cy="320040"/>
          </a:xfrm>
          <a:prstGeom prst="line">
            <a:avLst/>
          </a:prstGeom>
          <a:noFill/>
          <a:ln w="19050">
            <a:solidFill>
              <a:srgbClr val="8892B0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46304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235915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 context — AI agents get auto-generated guardrails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2359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get smarter, not slower.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8680" y="3072384"/>
            <a:ext cx="320040" cy="320040"/>
          </a:xfrm>
          <a:prstGeom prst="ellipse">
            <a:avLst/>
          </a:prstGeom>
          <a:solidFill>
            <a:srgbClr val="F39C12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8700" y="3419856"/>
            <a:ext cx="0" cy="320040"/>
          </a:xfrm>
          <a:prstGeom prst="line">
            <a:avLst/>
          </a:prstGeom>
          <a:noFill/>
          <a:ln w="19050">
            <a:solidFill>
              <a:srgbClr val="8892B0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463040" y="298094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0" y="29809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runs validation. Warnings in PRs. No blocking.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0" y="29809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Visibility without friction.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3694176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24" name="Text 22"/>
          <p:cNvSpPr/>
          <p:nvPr/>
        </p:nvSpPr>
        <p:spPr>
          <a:xfrm>
            <a:off x="1463040" y="36027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5+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743200" y="360273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Block-level constraints fail the build.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858000" y="36027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that actually works.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4297680"/>
            <a:ext cx="768096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4297680"/>
            <a:ext cx="54864" cy="548640"/>
          </a:xfrm>
          <a:prstGeom prst="rect">
            <a:avLst/>
          </a:prstGeom>
          <a:solidFill>
            <a:srgbClr val="64DFDF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" y="429768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have a BRD or PRD?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it to any LLM with the included prompt template. 80% complete MEANING.yaml in minutes.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This Matters Now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THAT FIGURE THIS OUT EARLY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3840480" cy="50292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1554480"/>
            <a:ext cx="45720" cy="502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554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faster — agents stay inside the lines without manual review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21408"/>
            <a:ext cx="3840480" cy="50292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121408"/>
            <a:ext cx="45720" cy="502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121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less — constraints catch violations before production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688336"/>
            <a:ext cx="3840480" cy="50292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688336"/>
            <a:ext cx="45720" cy="502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26883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 trust — customers and teams see governed velocity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255264"/>
            <a:ext cx="3840480" cy="502920"/>
          </a:xfrm>
          <a:prstGeom prst="rect">
            <a:avLst/>
          </a:prstGeom>
          <a:solidFill>
            <a:srgbClr val="F0FFF4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3255264"/>
            <a:ext cx="45720" cy="502920"/>
          </a:xfrm>
          <a:prstGeom prst="rect">
            <a:avLst/>
          </a:prstGeom>
          <a:solidFill>
            <a:srgbClr val="2ECC71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552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faster — new hires read MEANING.yaml day one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 THAT DON'T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554480"/>
            <a:ext cx="384048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19" name="Shape 17"/>
          <p:cNvSpPr/>
          <p:nvPr/>
        </p:nvSpPr>
        <p:spPr>
          <a:xfrm>
            <a:off x="4754880" y="1554480"/>
            <a:ext cx="4572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155448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years cleaning up drift they can't see yet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2121408"/>
            <a:ext cx="384048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0" y="2121408"/>
            <a:ext cx="4572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212140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PR review becomes the bottleneck again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2688336"/>
            <a:ext cx="384048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5" name="Shape 23"/>
          <p:cNvSpPr/>
          <p:nvPr/>
        </p:nvSpPr>
        <p:spPr>
          <a:xfrm>
            <a:off x="4754880" y="2688336"/>
            <a:ext cx="4572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68833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Cross-team conflicts discovered during integration, not design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255264"/>
            <a:ext cx="3840480" cy="50292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28" name="Shape 26"/>
          <p:cNvSpPr/>
          <p:nvPr/>
        </p:nvSpPr>
        <p:spPr>
          <a:xfrm>
            <a:off x="4754880" y="3255264"/>
            <a:ext cx="45720" cy="5029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9" name="Text 27"/>
          <p:cNvSpPr/>
          <p:nvPr/>
        </p:nvSpPr>
        <p:spPr>
          <a:xfrm>
            <a:off x="4983480" y="325526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tooling trust erodes after preventable incidents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114800"/>
            <a:ext cx="7680960" cy="6400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1148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org is adopting AI agents. The question isn't whether drift will happen — it's whether you'll catch it before your customer does.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Exists vs. What This Adds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Artifact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What's Missing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90D9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PRDs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build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NOT to build, enforcement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a decision was made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Ongoing enforcement, agent consumption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OpenAPI / Specs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meaning, trade-offs, non-goals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CLAUDE.md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agents should work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the work must 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Behavior correctness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 correctness, scope 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1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31520" y="3840480"/>
            <a:ext cx="768096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4DF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MEANING.yaml</a:t>
            </a:r>
            <a:pPr algn="ctr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fills the governance gap between intent and implementation.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9089136" y="0"/>
            <a:ext cx="54864" cy="22860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73152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SEMANTIC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800" kern="0" dirty="0">
                <a:solidFill>
                  <a:srgbClr val="4A90D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AUTHORITY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lines visible, machine-readable, and enforceable.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License: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(Open Source)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2918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Install: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npx @semantic-authority/cli init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 </a:t>
            </a:r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github.com/ai-native-pm-stack/semantic-authority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160520"/>
            <a:ext cx="9144000" cy="9829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519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Native PM Stack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5720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semantic-authority  ·  meaning governance for AI-assisted execution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Authority — Pitch Deck</dc:title>
  <dc:subject>PptxGenJS Presentation</dc:subject>
  <dc:creator>Semantic Authority</dc:creator>
  <cp:lastModifiedBy>Semantic Authority</cp:lastModifiedBy>
  <cp:revision>1</cp:revision>
  <dcterms:created xsi:type="dcterms:W3CDTF">2026-03-27T08:54:54Z</dcterms:created>
  <dcterms:modified xsi:type="dcterms:W3CDTF">2026-03-27T08:54:54Z</dcterms:modified>
</cp:coreProperties>
</file>